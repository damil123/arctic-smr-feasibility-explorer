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ARCTIC NUCLEAR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NECESSITY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Case for Micro-Reactors in Northern Canada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2860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Damil Randhawa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NASA POWER API  ·  Statistics Canada 2021  ·  NRCan Arctic Energy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7772400" y="1097280"/>
            <a:ext cx="914400" cy="9144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315200" y="256032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81019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NUCLEAR NECESSITY  ·  DAMIL RANDHAWA  ·  MARCH 2026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remote Northern communities are trapped on diesel — expensive, dirty, and fragile.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874520" cy="301752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25880"/>
            <a:ext cx="1874520" cy="36576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856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COSTS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4–6×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85800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29260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Nunavut pays $0.62–0.68/kWh versus ~$0.13 in the south. Families and businesses bear the cost.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78608" y="1325880"/>
            <a:ext cx="1874520" cy="301752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13" name="Shape 10"/>
          <p:cNvSpPr/>
          <p:nvPr/>
        </p:nvSpPr>
        <p:spPr>
          <a:xfrm>
            <a:off x="2578608" y="1325880"/>
            <a:ext cx="1874520" cy="36576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50876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70048" y="1856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670048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780 g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2670048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per kWh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670048" y="29260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highest electricity carbon intensity in Canada. Diesel generators run around the clock.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62856" y="1325880"/>
            <a:ext cx="1874520" cy="301752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20" name="Shape 16"/>
          <p:cNvSpPr/>
          <p:nvPr/>
        </p:nvSpPr>
        <p:spPr>
          <a:xfrm>
            <a:off x="4562856" y="1325880"/>
            <a:ext cx="1874520" cy="36576"/>
          </a:xfrm>
          <a:prstGeom prst="rect">
            <a:avLst/>
          </a:prstGeom>
          <a:solidFill>
            <a:srgbClr val="FF4D6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50876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54296" y="1856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BURDEN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4654296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$60M+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4654296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654296" y="29260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and territorial diesel subsidies for Nunavut alone. Canadian taxpayers fund the gap.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547104" y="1325880"/>
            <a:ext cx="1874520" cy="301752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27" name="Shape 22"/>
          <p:cNvSpPr/>
          <p:nvPr/>
        </p:nvSpPr>
        <p:spPr>
          <a:xfrm>
            <a:off x="6547104" y="1325880"/>
            <a:ext cx="1874520" cy="36576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1508760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38544" y="1856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6638544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route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6638544" y="2560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638544" y="29260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arrives by summer barge or winter road. A single disruption means total power loss.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81019"/>
          </a:solidFill>
          <a:ln/>
        </p:spPr>
      </p:sp>
      <p:sp>
        <p:nvSpPr>
          <p:cNvPr id="34" name="Text 2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NUCLEAR NECESSITY  ·  DAMIL RANDHAWA  ·  MARCH 2026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RENEWABLES CAN'T CLOSE THE GAP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winter. Not in summer. Not ever.</a:t>
            </a:r>
            <a:endParaRPr lang="en-US" sz="1300" dirty="0"/>
          </a:p>
        </p:txBody>
      </p:sp>
      <p:pic>
        <p:nvPicPr>
          <p:cNvPr id="5" name="Image 0" descr="/home/claude/chart1_seasonal_energy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051560"/>
            <a:ext cx="5980176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3931920"/>
            <a:ext cx="7680960" cy="658368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393192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931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 Solar and wind together never supply more than 6.9% of what these communities need — in any month, across 10 years of data. The red zone is 93–97% of demand that only nuclear can fill.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8101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NUCLEAR NECESSITY  ·  DAMIL RANDHAWA  ·  MARCH 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A BAD YEAR — IT'S EVERY YEAR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of satellite data confirm the gap is permanent, not seasonal bad luck.</a:t>
            </a:r>
            <a:endParaRPr lang="en-US" sz="1200" dirty="0"/>
          </a:p>
        </p:txBody>
      </p:sp>
      <p:pic>
        <p:nvPicPr>
          <p:cNvPr id="5" name="Image 0" descr="/home/claude/chart2_rer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051560"/>
            <a:ext cx="5532120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3703320"/>
            <a:ext cx="2423160" cy="86868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" y="3703320"/>
            <a:ext cx="2423160" cy="320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379476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0 = no power, 0.15 = 15%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8096" y="408736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value ever recorded is 0.086 — less than 9%.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91256" y="3703320"/>
            <a:ext cx="2423160" cy="86868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11" name="Shape 8"/>
          <p:cNvSpPr/>
          <p:nvPr/>
        </p:nvSpPr>
        <p:spPr>
          <a:xfrm>
            <a:off x="3191256" y="3703320"/>
            <a:ext cx="2423160" cy="320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3300984" y="379476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is orange or red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00984" y="408736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 in any year comes close to the 0.40 viability threshold.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24144" y="3703320"/>
            <a:ext cx="2423160" cy="86868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15" name="Shape 12"/>
          <p:cNvSpPr/>
          <p:nvPr/>
        </p:nvSpPr>
        <p:spPr>
          <a:xfrm>
            <a:off x="5724144" y="3703320"/>
            <a:ext cx="2423160" cy="320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5833872" y="379476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latitude, not weather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33872" y="408736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angle and polar night are fixed physics. More panels won't help.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81019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NUCLEAR NECESSITY  ·  DAMIL RANDHAWA  ·  MARCH 2026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 — AND THE SAVINGS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micro-reactors for each community. The economics speak for themselves.</a:t>
            </a:r>
            <a:endParaRPr lang="en-US" sz="1200" dirty="0"/>
          </a:p>
        </p:txBody>
      </p:sp>
      <p:pic>
        <p:nvPicPr>
          <p:cNvPr id="5" name="Image 0" descr="/home/claude/chart3_reactor_siz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60120"/>
            <a:ext cx="4340657" cy="2148840"/>
          </a:xfrm>
          <a:prstGeom prst="rect">
            <a:avLst/>
          </a:prstGeom>
        </p:spPr>
      </p:pic>
      <p:pic>
        <p:nvPicPr>
          <p:cNvPr id="6" name="Image 1" descr="/home/claude/chart5_economic_environme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390" y="960120"/>
            <a:ext cx="5243170" cy="2148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337560"/>
            <a:ext cx="1965960" cy="109728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8" name="Shape 4"/>
          <p:cNvSpPr/>
          <p:nvPr/>
        </p:nvSpPr>
        <p:spPr>
          <a:xfrm>
            <a:off x="502920" y="3337560"/>
            <a:ext cx="19659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$66.9M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94360" y="3886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communities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560320" y="3337560"/>
            <a:ext cx="1965960" cy="109728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12" name="Shape 8"/>
          <p:cNvSpPr/>
          <p:nvPr/>
        </p:nvSpPr>
        <p:spPr>
          <a:xfrm>
            <a:off x="2560320" y="3337560"/>
            <a:ext cx="19659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9"/>
          <p:cNvSpPr/>
          <p:nvPr/>
        </p:nvSpPr>
        <p:spPr>
          <a:xfrm>
            <a:off x="256032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295.5 kt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651760" y="3886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17720" y="3337560"/>
            <a:ext cx="1965960" cy="109728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16" name="Shape 12"/>
          <p:cNvSpPr/>
          <p:nvPr/>
        </p:nvSpPr>
        <p:spPr>
          <a:xfrm>
            <a:off x="4617720" y="3337560"/>
            <a:ext cx="19659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3"/>
          <p:cNvSpPr/>
          <p:nvPr/>
        </p:nvSpPr>
        <p:spPr>
          <a:xfrm>
            <a:off x="461772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709160" y="3886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cut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diesel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675120" y="3337560"/>
            <a:ext cx="1965960" cy="109728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20" name="Shape 16"/>
          <p:cNvSpPr/>
          <p:nvPr/>
        </p:nvSpPr>
        <p:spPr>
          <a:xfrm>
            <a:off x="6675120" y="3337560"/>
            <a:ext cx="19659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7"/>
          <p:cNvSpPr/>
          <p:nvPr/>
        </p:nvSpPr>
        <p:spPr>
          <a:xfrm>
            <a:off x="667512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6766560" y="3886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eVinci units per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community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81019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NUCLEAR NECESSITY  ·  DAMIL RANDHAWA  ·  MARCH 2026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FORWARD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91440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86868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Resolute, NU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people  ·  0.34 MWe  ·  1 eVinci unit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41832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community, lowest complexity. Ideal pilot site — lessons learned transfer to every subsequent deployment.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892808"/>
            <a:ext cx="7680960" cy="91440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892808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2002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Inuvik, 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2276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3,243 people  ·  6.10 MWe  ·  2 eVinci units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proof of concept. Partial gas infrastructure exists, reducing transition risk. Strong regional signal.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916936"/>
            <a:ext cx="7680960" cy="91440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916936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00200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Iqaluit, NU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3300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7,429 people  ·  14.03 MWe  ·  3 eVinci units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2990088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Nunavut's capital and largest electricity market. Saves $35M/year alone — more than the entire territorial diesel subsidy.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014216"/>
            <a:ext cx="7680960" cy="658368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014216"/>
            <a:ext cx="76809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05079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Replacing diesel with nuclear saves $66.9M/year, cuts 295.5 kt of CO₂, and eliminates the single greatest risk to Arctic power supply — the annual fuel shipment that can fail.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8101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NUCLEAR NECESSITY  ·  DAMIL RANDHAWA  ·  MARCH 2026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Nuclear Necessity</dc:title>
  <dc:subject>PptxGenJS Presentation</dc:subject>
  <dc:creator>Damil Randhawa</dc:creator>
  <cp:lastModifiedBy>Damil Randhawa</cp:lastModifiedBy>
  <cp:revision>1</cp:revision>
  <dcterms:created xsi:type="dcterms:W3CDTF">2026-03-26T06:24:09Z</dcterms:created>
  <dcterms:modified xsi:type="dcterms:W3CDTF">2026-03-26T06:24:09Z</dcterms:modified>
</cp:coreProperties>
</file>